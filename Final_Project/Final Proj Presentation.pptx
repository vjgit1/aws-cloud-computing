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82862d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82862d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b7d265a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b7d265a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b82862d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b82862d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b82862d5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b82862d5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b82862d5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b82862d5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b7d265a8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b7d265a8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b89a799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b89a799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lasyagowda07/football-sim-backend-" TargetMode="External"/><Relationship Id="rId4" Type="http://schemas.openxmlformats.org/officeDocument/2006/relationships/hyperlink" Target="https://github.com/lasyagowda07/football-sim-fronten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FIFA World Cup Predictions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Joshua Gray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Vaijayanti Shrikant Deshmukh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Lasya Raghavendra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of Project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project aims to design and deploy an AWS-based machine learning environment capable of predicting the next FIFA World Cup champion using historical and contemporary football data.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Processes 48,000+ international football matches (1872-2025) through a modern data pipeline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Trains an ML model to predict match outcomes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Uses that model to simulate  knockout tournaments with Monte Carlo simulations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All implemented with cloud architecture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r>
              <a:rPr lang="en"/>
              <a:t>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202124"/>
                </a:solidFill>
              </a:rPr>
              <a:t>International football results from 1872 to 2025</a:t>
            </a:r>
            <a:r>
              <a:rPr lang="en">
                <a:solidFill>
                  <a:schemeClr val="dk1"/>
                </a:solidFill>
              </a:rPr>
              <a:t> (Kaggle)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Dataset tracking match statistics from 1872-2025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48,000 matches recorded</a:t>
            </a:r>
            <a:endParaRPr>
              <a:solidFill>
                <a:srgbClr val="20212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202124"/>
                </a:solidFill>
              </a:rPr>
              <a:t>Football Players Data</a:t>
            </a:r>
            <a:r>
              <a:rPr lang="en" sz="1400">
                <a:solidFill>
                  <a:srgbClr val="202124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(Kaggle)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Dataset tracking individual player ratings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17,000 players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World Football Elo Rating (eloratings.net)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Tracks elo score of 244 national teams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Last updated on September 15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FIFA Rankings (fifa.com)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Official FIFA rank list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Updated </a:t>
            </a:r>
            <a:r>
              <a:rPr lang="en">
                <a:solidFill>
                  <a:schemeClr val="dk1"/>
                </a:solidFill>
              </a:rPr>
              <a:t>monthly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Draw Paradox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444300" y="1003050"/>
            <a:ext cx="8255400" cy="3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The Constraint:</a:t>
            </a:r>
            <a:r>
              <a:rPr lang="en" sz="1650">
                <a:solidFill>
                  <a:schemeClr val="dk1"/>
                </a:solidFill>
              </a:rPr>
              <a:t> The Official Draw is on </a:t>
            </a:r>
            <a:r>
              <a:rPr b="1" lang="en" sz="1650">
                <a:solidFill>
                  <a:schemeClr val="dk1"/>
                </a:solidFill>
              </a:rPr>
              <a:t>Dec 5th</a:t>
            </a:r>
            <a:r>
              <a:rPr lang="en" sz="1650">
                <a:solidFill>
                  <a:schemeClr val="dk1"/>
                </a:solidFill>
              </a:rPr>
              <a:t>. Until then, we do not know the group configurations or the complete list of qualified teams.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The Implication:</a:t>
            </a:r>
            <a:r>
              <a:rPr lang="en" sz="1650">
                <a:solidFill>
                  <a:schemeClr val="dk1"/>
                </a:solidFill>
              </a:rPr>
              <a:t> Static modeling is impossible. We cannot hard-code matchups.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The Solution:</a:t>
            </a:r>
            <a:endParaRPr b="1" sz="1650">
              <a:solidFill>
                <a:schemeClr val="dk1"/>
              </a:solidFill>
            </a:endParaRPr>
          </a:p>
          <a:p>
            <a:pPr indent="-333375" lvl="1" marL="9144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○"/>
            </a:pPr>
            <a:r>
              <a:rPr lang="en" sz="1650">
                <a:solidFill>
                  <a:schemeClr val="dk1"/>
                </a:solidFill>
              </a:rPr>
              <a:t>Implementation of </a:t>
            </a:r>
            <a:r>
              <a:rPr b="1" lang="en" sz="1650">
                <a:solidFill>
                  <a:schemeClr val="dk1"/>
                </a:solidFill>
              </a:rPr>
              <a:t>Live Data Collection</a:t>
            </a:r>
            <a:r>
              <a:rPr lang="en" sz="1650">
                <a:solidFill>
                  <a:schemeClr val="dk1"/>
                </a:solidFill>
              </a:rPr>
              <a:t> pipelines.</a:t>
            </a:r>
            <a:endParaRPr sz="1650">
              <a:solidFill>
                <a:schemeClr val="dk1"/>
              </a:solidFill>
            </a:endParaRPr>
          </a:p>
          <a:p>
            <a:pPr indent="-333375" lvl="1" marL="9144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○"/>
            </a:pPr>
            <a:r>
              <a:rPr lang="en" sz="1650">
                <a:solidFill>
                  <a:schemeClr val="dk1"/>
                </a:solidFill>
              </a:rPr>
              <a:t>Dynamic configuration of groups as they are announced.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Methodology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Monte Carlo Simulation</a:t>
            </a:r>
            <a:endParaRPr b="1" sz="170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Instead of predicting a single winner, we will simulate the entire tournament </a:t>
            </a:r>
            <a:r>
              <a:rPr b="1" lang="en" sz="1650">
                <a:solidFill>
                  <a:schemeClr val="dk1"/>
                </a:solidFill>
              </a:rPr>
              <a:t>X times</a:t>
            </a:r>
            <a:r>
              <a:rPr lang="en" sz="1650">
                <a:solidFill>
                  <a:schemeClr val="dk1"/>
                </a:solidFill>
              </a:rPr>
              <a:t> (e.g., 10,000 runs). This accounts for the inherent randomness of the sport.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A team's "Strength" is calculated based on the percentage of simulations where they reach the top ranks (Semi-Finals, Finals, Champion).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Architectural Pivot</a:t>
            </a:r>
            <a:endParaRPr/>
          </a:p>
        </p:txBody>
      </p:sp>
      <p:sp>
        <p:nvSpPr>
          <p:cNvPr id="85" name="Google Shape;85;p18"/>
          <p:cNvSpPr txBox="1"/>
          <p:nvPr/>
        </p:nvSpPr>
        <p:spPr>
          <a:xfrm>
            <a:off x="565775" y="1183000"/>
            <a:ext cx="8135400" cy="30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From VPC Peering to IAM Users</a:t>
            </a:r>
            <a:endParaRPr b="1" sz="130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Initial Plan:</a:t>
            </a:r>
            <a:r>
              <a:rPr lang="en" sz="1650">
                <a:solidFill>
                  <a:schemeClr val="dk1"/>
                </a:solidFill>
              </a:rPr>
              <a:t> Use VPC Peering and mount a shared Elastic File System (EFS) across all three accounts.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The Issue:</a:t>
            </a:r>
            <a:r>
              <a:rPr lang="en" sz="1650">
                <a:solidFill>
                  <a:schemeClr val="dk1"/>
                </a:solidFill>
              </a:rPr>
              <a:t> We encountered significant instability and complexity with cross-account EFS mounting and permissions.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The Solution:</a:t>
            </a:r>
            <a:r>
              <a:rPr lang="en" sz="1650">
                <a:solidFill>
                  <a:schemeClr val="dk1"/>
                </a:solidFill>
              </a:rPr>
              <a:t> We migrated to a robust </a:t>
            </a:r>
            <a:r>
              <a:rPr b="1" lang="en" sz="1650">
                <a:solidFill>
                  <a:schemeClr val="dk1"/>
                </a:solidFill>
              </a:rPr>
              <a:t>IAM User-based architecture</a:t>
            </a:r>
            <a:r>
              <a:rPr lang="en" sz="165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</a:t>
            </a:r>
            <a:r>
              <a:rPr lang="en"/>
              <a:t>Architecture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825" y="893150"/>
            <a:ext cx="510435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links!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https://github.com/lasyagowda07/football-sim-backend-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4"/>
              </a:rPr>
              <a:t>https://github.com/lasyagowda07/football-sim-frontend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